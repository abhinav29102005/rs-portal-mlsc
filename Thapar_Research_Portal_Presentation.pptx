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800000"/>
                </a:solidFill>
                <a:latin typeface="Arial"/>
              </a:defRPr>
            </a:pPr>
            <a:r>
              <a:t>Thapar Research &amp; Mentorship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b="1">
                <a:solidFill>
                  <a:srgbClr val="404040"/>
                </a:solidFill>
              </a:defRPr>
            </a:pPr>
            <a:r>
              <a:t>Bridging the Gap Between Faculty &amp; Students</a:t>
            </a:r>
          </a:p>
          <a:p>
            <a:r>
              <a:t>Empowering Innovation through Seamless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Introduction: The Need for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Thapar Institute thrives on cutting-edge research.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However, connecting the right students with the right faculty can be challenging.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We need a system that matches academic rigor with technological efficiency.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The Research Portal is designed to be that bridge.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The Current Problem: Fragmented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Faculty receive hundreds of unorganized emails.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Students struggle to find relevant active projects.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No centralized repository of ongoing research.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Time wasted on logistics instead of actual research.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The Proposed Solution: A Centralized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A single unified platform for all research activities.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Streamlined discovery of projects and mentorships.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Automated tracking of applications and statuses.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Designed specifically for Thapar's ecosystem.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Key Objectives of the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Increase student participation in high-impact research.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Reduce administrative overhead for faculty and PIs.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Provide transparent metrics on research engagement.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Foster a culture of interdisciplinary collaboration.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Novelty 1: Unified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No more scattered Google Forms or Excel sheets.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Everything from project ideation to final selection happens in one place.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A clean, modern interface that users actually want to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Novelty 2: Automated Mentorship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The system doesn't just list projects; it aligns them.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Faculty can set strict prerequisite skills for projects.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Only eligible students can apply, ensuring high-quality candidates.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Novelty 3: Data-Driven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Leveraging student profiles (CGPA, Tech Stack, Previous Projects).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Providing faculty with instant analytics on an applicant's suitability.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Smart tagging system for rapid sorting and filtering.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Methodology: Phase 1 - Data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Consolidate existing faculty profiles and research domains.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Migrate legacy project data into a modern, structured format.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Ensure data integrity and consistency across departments.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Methodology: Phase 2 - Secure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Implement robust authentication for both students and faculty.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Role-based access control (RBAC) to protect sensitive data.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Seamless integration with institutional credentials.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Methodology: Phase 3 - Application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1. Faculty posts a project with required skills.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2. Students browse, filter, and apply.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3. Faculty reviews applications via a specialized dashboard.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4. One-click accept/reject with automated notifications.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Portal Solution: Faculty Dashboard</a:t>
            </a:r>
          </a:p>
        </p:txBody>
      </p:sp>
      <p:pic>
        <p:nvPicPr>
          <p:cNvPr id="3" name="Picture 2" descr="portal_dashboard_17834472622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6217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04040"/>
                </a:solidFill>
              </a:defRPr>
            </a:pPr>
            <a:r>
              <a:t>A clean, centralized view of ongoing projects, pending applications, and recent activity.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Portal Solution: Project Discovery</a:t>
            </a:r>
          </a:p>
        </p:txBody>
      </p:sp>
      <p:pic>
        <p:nvPicPr>
          <p:cNvPr id="3" name="Picture 2" descr="student_view_17834472946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6217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04040"/>
                </a:solidFill>
              </a:defRPr>
            </a:pPr>
            <a:r>
              <a:t>Students can easily browse, filter, and apply to research projects matching their interests.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Portal Solution: Mentor Matching</a:t>
            </a:r>
          </a:p>
        </p:txBody>
      </p:sp>
      <p:pic>
        <p:nvPicPr>
          <p:cNvPr id="3" name="Picture 2" descr="mentor_matching_1783447278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6217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04040"/>
                </a:solidFill>
              </a:defRPr>
            </a:pPr>
            <a:r>
              <a:t>Faculty can review student profiles, complete with skill tags and GPAs, for rapid decision-making.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Tech Stack: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Built for speed, scale, and maintainability.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Frontend: Next.js (React) &amp; Tailwind CSS.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Backend: Cloudflare Workers (Edge Computing).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Database: Cloudflare D1 (Serverless SQL).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Language: TypeScript.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Tech Stack: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Next.js provides server-side rendering for instant load times.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Tailwind CSS ensures a responsive, Thapar-branded aesthetic.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Cloudflare D1 provides a globally distributed, low-latency database.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TypeScript prevents runtime errors, ensuring a stable platform.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Easing Faculty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No More Inbox Clutter: Move away from hundreds of emails.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Pre-Screened Candidates: Only qualified students get through.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Automated Responses: Bulk accept/reject with one click.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Focus on Research, Not Admin: Let the platform handle logistics.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Future Steps: Advanced Student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Allow faculty to set complex boolean filters (e.g., Python AND Machine Learning).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Automated ranking of students based on project relevance.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Integration with past academic performance metrics.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Future Steps: Dedicated Mentor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Expand beyond project-based matching.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Allow students to request 1-on-1 career or academic mentorship.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Bring alumni onboard as external mentors.</a:t>
            </a:r>
          </a:p>
          <a:p>
            <a:pPr>
              <a:defRPr sz="2400">
                <a:solidFill>
                  <a:srgbClr val="404040"/>
                </a:solidFill>
                <a:latin typeface="Arial"/>
              </a:defRPr>
            </a:pPr>
            <a:r>
              <a:t>Algorithmic matchmaking based on long-term career goals.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80000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b="1">
                <a:solidFill>
                  <a:srgbClr val="404040"/>
                </a:solidFill>
              </a:defRPr>
            </a:pPr>
            <a:r>
              <a:t>Empowering Thapar's Research Community</a:t>
            </a:r>
          </a:p>
          <a:p>
            <a:r>
              <a:t>Ready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