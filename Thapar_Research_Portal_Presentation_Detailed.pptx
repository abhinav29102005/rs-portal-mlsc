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800000"/>
                </a:solidFill>
                <a:latin typeface="Arial"/>
              </a:defRPr>
            </a:pPr>
            <a:r>
              <a:t>RAMP: Research And Mentorship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b="1" sz="2400">
                <a:solidFill>
                  <a:srgbClr val="404040"/>
                </a:solidFill>
              </a:defRPr>
            </a:pPr>
            <a:r>
              <a:t>A College Project</a:t>
            </a:r>
          </a:p>
          <a:p>
            <a:r>
              <a:t>Bridging the Gap Between Faculty &amp; Students</a:t>
            </a:r>
          </a:p>
          <a:p>
            <a:r>
              <a:t>Empowering Innovation through Seamless Collaboration</a:t>
            </a:r>
          </a:p>
        </p:txBody>
      </p:sp>
      <p:pic>
        <p:nvPicPr>
          <p:cNvPr id="4" name="Picture 3" descr="thapa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883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Agenda &amp;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1. Introduction: The Need for Innovation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2. The Current Problem: Fragmented Systems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3. The Proposed Solution: A Centralized Hub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4. Key Objectives &amp; Target Outcomes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5. Novelty: Unified Ecosystem &amp; Automated Alignment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6. Methodology: Phased Implementation Strategy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7. Real Portal Showcases (Dashboard, Discovery, Matching)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8. Tech Stack Architecture (Diagram &amp; Details)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9. Value Proposition: Easing Faculty Stress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10. Future Horizons: Advanced Filtering &amp; Mentor Services</a:t>
            </a:r>
          </a:p>
          <a:p>
            <a:pPr>
              <a:spcAft>
                <a:spcPts val="1000"/>
              </a:spcAft>
              <a:defRPr sz="2200">
                <a:solidFill>
                  <a:srgbClr val="404040"/>
                </a:solidFill>
                <a:latin typeface="Arial"/>
              </a:defRPr>
            </a:pPr>
            <a:r>
              <a:t>11. Conclusion &amp; Open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Introduction: The Need for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Context: Thapar Institute of Engineering &amp; Technology has a vibrant research culture.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Challenge: Despite high enthusiasm, connecting the right students with the right faculty can be daunting.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Goal: We require a system that matches academic rigor with technological efficiency to streamline workflows.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Vision: RAMP (Research And Mentorship Portal) is designed to act as a definitive bridge, turning potential collaboration into tangible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The Current Problem: Fragmented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Information Silos: Faculty are forced to rely on hundreds of unorganized, scattered emails for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Visibility Issues: Students struggle to discover relevant, active projects because they aren't listed centrally.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Inefficient Processes: Time is heavily wasted on logistics—coordinating meetings, tracking status, filtering resumes.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Lack of Analytics: No centralized repository exists to track ongoing research metrics and student involvement across departments.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The Proposed Solution: A Centralized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Unified Ecosystem: A single, integrated web platform covering all research activities at the institute.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End-to-End Tracking: From initial project ideation to final student selection, every step is automated and tracked.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Customized Workflows: Designed specifically for Thapar's unique academic environment, respecting existing hierarchies and procedures.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Data Accessibility: Provides intuitive dashboards tailored separately for faculty, students, and administrators.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Key Objectives of the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Maximize Engagement: Increase overall student participation in high-impact, meaningful research.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Minimize Administrative Overhead: Drastically reduce the time faculty and PIs spend on managing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Enhance Transparency: Provide clear, real-time metrics on research engagement and application statuses.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Promote Interdisciplinary Work: Foster a campus culture where cross-departmental collaboration is visible and accessible.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Novelty: Unified &amp; Automated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Elimination of Legacy Tools: Replaces scattered Google Forms, WhatsApp messages, and Excel sheets with a cohesive UI.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Automated Mentorship Alignment: The system actively prevents 'spray-and-pray'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Prerequisite Enforcement: Faculty can set strict, verifiable skills for projects (e.g., must know React and Next.js).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Quality Assurance: Only students who meet the rigorous criteria are allowed to submit a formal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Novelty: Data-Driven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Comprehensive Profiles: Leverages detailed student profiles including CGPA, specific Tech Stacks, and Portfolio links.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Instant Analytics: Provides faculty with immediate, visual analytics indicating an applicant's exact suitability score.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Smart Tagging: Utilizes a robust tagging architecture for rapid sorting, categorization, and retrieval of research domains.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1 - Data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Consolidation: Gather and consolidate existing faculty profiles, research papers, and domains into a unified database.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Data Migration: Safely migrate any legacy project data into our modern, structured, schema-validated formats.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Normalization: Ensure strict data integrity, consistency, and typing across all departments using TypeScript and Zod.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Indexing: Prepare the database for high-speed searches and complex queries for the frontend.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2 - Secure Access &amp;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Robust Authentication: Implement enterprise-grade, secure authentication flows for both students and faculty.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RBAC Implementation: Strict Role-Based Access Control to ensure sensitive data (like proposals) is protected.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Profile Customization: Enable dynamic user profiles where users can showcase their achievements securely.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Edge Delivery: Utilize Cloudflare's edge network to serve authenticated sessions with ultra-low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Methodology: Phase 3 - 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1. Project Posting: Faculty post a detailed project description along with mandatory skill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2. Discovery &amp; Filtering: Students browse the central repository, filter by their tech stack, and apply.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3. Centralized Review: Faculty receive applications directly in their specialized dashboard, circumventing email.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4. Resolution: Faculty perform a one-click accept/reject action, triggering automated, polite notification emails.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Showcase: Faculty Dashboard</a:t>
            </a:r>
          </a:p>
        </p:txBody>
      </p:sp>
      <p:pic>
        <p:nvPicPr>
          <p:cNvPr id="3" name="Picture 2" descr="facul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Real Portal Screenshot: A clean, centralized view demonstrating ongoing projects and pending applications for faculty.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Showcase: Project Discovery (Student View)</a:t>
            </a:r>
          </a:p>
        </p:txBody>
      </p:sp>
      <p:pic>
        <p:nvPicPr>
          <p:cNvPr id="3" name="Picture 2" descr="student_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Real Portal Screenshot: The student interface allowing intuitive browsing and instant applications to relevant opportunities.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Portal Showcase: Mentor Matching</a:t>
            </a:r>
          </a:p>
        </p:txBody>
      </p:sp>
      <p:pic>
        <p:nvPicPr>
          <p:cNvPr id="3" name="Picture 2" descr="faculty_men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04040"/>
                </a:solidFill>
              </a:defRPr>
            </a:pPr>
            <a:r>
              <a:t>Real Portal Screenshot: The faculty interface for reviewing applicants, displaying profiles, and making matching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Tech Stack Architecture: System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1828800" cy="914400"/>
          </a:xfrm>
          <a:prstGeom prst="roundRect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Next.js Frontend</a:t>
            </a:r>
          </a:p>
          <a:p>
            <a:r>
              <a:t>(Students &amp; Faculty)</a:t>
            </a:r>
          </a:p>
        </p:txBody>
      </p:sp>
      <p:sp>
        <p:nvSpPr>
          <p:cNvPr id="4" name="Diamond 3"/>
          <p:cNvSpPr/>
          <p:nvPr/>
        </p:nvSpPr>
        <p:spPr>
          <a:xfrm>
            <a:off x="3657600" y="2743200"/>
            <a:ext cx="1828800" cy="1828800"/>
          </a:xfrm>
          <a:prstGeom prst="diamond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Next.js</a:t>
            </a:r>
          </a:p>
          <a:p>
            <a:r>
              <a:t>API Routes</a:t>
            </a:r>
          </a:p>
        </p:txBody>
      </p:sp>
      <p:sp>
        <p:nvSpPr>
          <p:cNvPr id="5" name="Can 4"/>
          <p:cNvSpPr/>
          <p:nvPr/>
        </p:nvSpPr>
        <p:spPr>
          <a:xfrm>
            <a:off x="6400800" y="3200400"/>
            <a:ext cx="1828800" cy="914400"/>
          </a:xfrm>
          <a:prstGeom prst="can">
            <a:avLst/>
          </a:prstGeom>
          <a:solidFill>
            <a:srgbClr val="8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Turso DB</a:t>
            </a:r>
          </a:p>
          <a:p>
            <a:r>
              <a:t>(LibSQL Database)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657600"/>
            <a:ext cx="914400" cy="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3657600"/>
            <a:ext cx="914400" cy="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System Architecture: Secure, Global Edge Delivery with Serverless 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Tech Stack Architecture: 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Philosophy: Built entirely for blistering speed, massive scale, and long-term maintainability.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Frontend Framework: Next.js (React) utilizing the App Router for optimal Server-Side Rendering (SSR).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Styling Engine: Tailwind CSS, providing a responsive, cohesive, and Thapar-branded visual aesthetic.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Backend &amp; API: Next.js API Routes, providing robust backend integration natively.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Database: Turso DB (LibSQL), offering an edge-ready, ultra-fast SQLite distributed database.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Language: Strict TypeScript, ensuring end-to-end type safety and drastically fewer runtime errors.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Easing Faculty Stress: Automating the Mundane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No More Inbox Clutter: Fully transition away from hundreds of disorganized emails to a structured dashboard.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Pre-Screened Quality: The system physically blocks unqualified candidates from applying, saving immense review time.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Automated Responses: With bulk accept/reject capabilities, faculty no longer need to draft individual rejection emails.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Focus on Core Work: By letting the platform handle the logistical heavy lifting, faculty can dedicate their time to actual research.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Future Steps: Advanced Student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Complex Logic: Allow faculty to set complex boolean filters (e.g., must know 'Python' AND 'Machine Learning', but NOT 'Java').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Automated Ranking: The portal will automatically rank incoming students based on how closely their profiles match the project.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Academic Integration: Direct integration with institutional records to automatically verify CGPAs and course completions.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Portfolio Parsing: AI-driven analysis of a student's GitHub or past projects to determine authentic competency.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800000"/>
                </a:solidFill>
                <a:latin typeface="Arial"/>
              </a:defRPr>
            </a:pPr>
            <a:r>
              <a:t>Future Steps: Dedicated Mentor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Beyond Projects: Expand the portal's scope beyond strict project-based matching to general mentorship.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1-on-1 Guidance: Allow students to formally request 1-on-1 career, academic, or domain-specific mentorship from faculty.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Alumni Network: Bring esteemed alumni onboard as external mentors to guide current students entering the industry.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  <a:latin typeface="Arial"/>
              </a:defRPr>
            </a:pPr>
            <a:r>
              <a:t>Algorithmic Pairing: Implement machine-learning matchmaking to pair students with mentors based on long-term career goals.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80000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b="1" sz="2400">
                <a:solidFill>
                  <a:srgbClr val="404040"/>
                </a:solidFill>
              </a:defRPr>
            </a:pPr>
            <a:r>
              <a:t>Empowering Thapar's Research Community</a:t>
            </a:r>
          </a:p>
          <a:p>
            <a:r>
              <a:t>Ready for Questions and Feedback</a:t>
            </a:r>
          </a:p>
        </p:txBody>
      </p:sp>
      <p:pic>
        <p:nvPicPr>
          <p:cNvPr id="4" name="Picture 3" descr="thapa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883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