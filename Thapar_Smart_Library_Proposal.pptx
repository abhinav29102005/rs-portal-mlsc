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2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3D5A8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D9A44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LIBRARY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Access, Seat &amp; Occupancy Management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2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proposal for the Thapar Institute of Engineering &amp; Technology Library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0BF"/>
                </a:solidFill>
              </a:rPr>
              <a:t>Prepared by Daksh  |  Tech Secretary Proposal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9475EB-70E0-EC30-0C44-FF0DD4F38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143" y="297027"/>
            <a:ext cx="1737511" cy="17603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7CCE2B-1459-5FB0-5610-D2EECB0F9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broken in the current entry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2F3F5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lib_ppt/icon_pi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29184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seat visibility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93192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Students walk in blind — no way to know which floor or seat is free before arriving.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9659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2F3F5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30752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lib_ppt/icon_userx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329184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accountability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393192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No-shows and repeat misuse of the system go completely untracked.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55664" y="19659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2F3F5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84264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home/claude/lib_ppt/icon_monit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56832" y="329184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live occupancy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56832" y="393192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The library can't show how full it is right now — students queue outside for no reason.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409176" y="196596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2F3F5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37776" y="228600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home/claude/lib_ppt/icon_c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0656" y="2468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10344" y="3291840"/>
            <a:ext cx="2295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night passes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610344" y="3931920"/>
            <a:ext cx="229514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Night entry is tracked manually, prone to error and impossible to audit.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B440D18-E6AC-2BF0-D811-876D7EB0B3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25B373A-3259-F930-39DA-C02ACBDE06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Vision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portal — booking, entry, occupancy and analytics unified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seats and GD rooms in advance, from anywhere on campus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5740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19659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Fast, frictionless entry — no queues form outside the library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383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occupancy visible to every student, live, no refresh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47472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474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3383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stays fair and abuse-resistant — defaulters, complaints, night passes all tracked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800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reliably even when the network at the entrance drops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489204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4800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analytics for admin to understand usage patterns and plan capacity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6DF5488-2C92-9356-C910-20614489C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F4EF36-77DF-F6BE-F01B-ECF6E71C8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491" y="5086702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Chosen for speed, correctness, and real-time reliability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82296" cy="13716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5A80"/>
                </a:solidFill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2768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+ Tailwind CSS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609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Fast, responsive student &amp; admin portal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874520"/>
            <a:ext cx="82296" cy="13716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025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5A80"/>
                </a:solidFill>
              </a:rPr>
              <a:t>BACKEND API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2768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(Python, async)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6609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High-throughput, real-time-friendly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874520"/>
            <a:ext cx="82296" cy="13716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025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5A80"/>
                </a:solidFill>
              </a:rPr>
              <a:t>DATABASE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66760" y="22768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6609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Transactional integrity — no double-booked seats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747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74720"/>
            <a:ext cx="82296" cy="13716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027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5A80"/>
                </a:solidFill>
              </a:rPr>
              <a:t>REAL-TIME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8770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 + WebSockets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2611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Live occupancy counts, fast seat holds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4747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474720"/>
            <a:ext cx="82296" cy="13716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6027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5A80"/>
                </a:solidFill>
              </a:rPr>
              <a:t>BACKGROUND JOBS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8770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Celery / APScheduler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2611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Auto-expire bookings, defaulter checks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4747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474720"/>
            <a:ext cx="82296" cy="13716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6027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5A80"/>
                </a:solidFill>
              </a:rPr>
              <a:t>EDGE RESILIENCE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66760" y="387705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buffering at scanners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2611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Keeps entry working if internet drops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927031-3BDE-C690-4E05-4BD793C2C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F2F3D60-7463-444C-8A15-FA96E6D02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pieces fit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/ Kiosk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96596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CF3"/>
                </a:solidFill>
              </a:rPr>
              <a:t>Portal (Next.js) · RFID Scanner · Digital ID (App Number)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80760" y="2788920"/>
            <a:ext cx="0" cy="146304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306324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315468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CF3"/>
                </a:solidFill>
              </a:rPr>
              <a:t>FastAPI · Auth · Booking Engine · Entry Decision Logic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3977640"/>
            <a:ext cx="0" cy="146304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425196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3434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34340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CF3"/>
                </a:solidFill>
              </a:rPr>
              <a:t>Redis Pub/Sub · WebSocket Server · Seat Hold TTLs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5166360"/>
            <a:ext cx="0" cy="146304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5440680"/>
            <a:ext cx="1069848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532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553212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CF3"/>
                </a:solidFill>
              </a:rPr>
              <a:t>PostgreSQL (source of truth) · Transactional Locks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677C06E-3872-2716-6C04-CB9CA6A1F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442DDC-0095-46D9-6753-A8E0F1F95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four stages — booking first, resilience and analytics later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0312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D9A44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4600"/>
            <a:ext cx="2606040" cy="3657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Booking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Seat prebooking + GD room booking + on-the-go entry + live occupancy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3749040"/>
            <a:ext cx="192024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8328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10312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3D5A80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514600"/>
            <a:ext cx="2606040" cy="36576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Access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35204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First-year digital ID, night pass automation, exit/return 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7608" y="3749040"/>
            <a:ext cx="192024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10312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514600"/>
            <a:ext cx="260604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5508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Resilience &amp; Scale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35204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Offline-tolerant scanners, sub-second entry performance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42248" y="3749040"/>
            <a:ext cx="192024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5256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52560" y="2103120"/>
            <a:ext cx="2606040" cy="777240"/>
          </a:xfrm>
          <a:prstGeom prst="roundRect">
            <a:avLst>
              <a:gd name="adj" fmla="val 14118"/>
            </a:avLst>
          </a:prstGeom>
          <a:solidFill>
            <a:srgbClr val="6B4C9A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2514600"/>
            <a:ext cx="2606040" cy="365760"/>
          </a:xfrm>
          <a:prstGeom prst="rect">
            <a:avLst/>
          </a:prstGeom>
          <a:solidFill>
            <a:srgbClr val="6B4C9A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89720" y="30175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Insight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89720" y="35204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Complaint resolution system, full admin analytics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165969E-B2B3-B5AE-BE22-10943160C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437E168-B4AC-B2D5-48E5-15EBD7747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— Seat Booking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Prebooking from hostel, with a strict no-show policy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0" y="210312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2F3F5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2157984"/>
            <a:ext cx="3017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from Hostel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83480" y="2157984"/>
            <a:ext cx="6309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Student picks floor + seat on the portal, ahead of arrival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449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645920" y="3044952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2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1874520" y="3099816"/>
            <a:ext cx="3017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20-Minute Window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83480" y="3099816"/>
            <a:ext cx="6309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Seat is held; must be claimed by scanning RFID within 20 minutes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86784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645920" y="3986784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2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4041648"/>
            <a:ext cx="3017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&amp; Confirm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83480" y="4041648"/>
            <a:ext cx="6309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Card scan at entrance auto-confirms the held seat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28616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28616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645920" y="4928616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2F3F5"/>
          </a:solidFill>
          <a:ln/>
        </p:spPr>
      </p:sp>
      <p:sp>
        <p:nvSpPr>
          <p:cNvPr id="22" name="Text 20"/>
          <p:cNvSpPr/>
          <p:nvPr/>
        </p:nvSpPr>
        <p:spPr>
          <a:xfrm>
            <a:off x="1874520" y="4983480"/>
            <a:ext cx="3017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Auto-Release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83480" y="4983480"/>
            <a:ext cx="6309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No scan within 20 min → seat instantly returns to the pool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870448"/>
            <a:ext cx="777240" cy="77724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87044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645920" y="5870448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F2F3F5"/>
          </a:solidFill>
          <a:ln/>
        </p:spPr>
      </p:sp>
      <p:sp>
        <p:nvSpPr>
          <p:cNvPr id="27" name="Text 25"/>
          <p:cNvSpPr/>
          <p:nvPr/>
        </p:nvSpPr>
        <p:spPr>
          <a:xfrm>
            <a:off x="1874520" y="5925312"/>
            <a:ext cx="30175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Defaulter Check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83480" y="5925312"/>
            <a:ext cx="6309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5 missed bookings → student ID is automatically blocked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79F7373-9319-7868-738E-EE11EF87C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C723DDC-DEF7-50EC-13ED-E321EA728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— GD Room Booking &amp; Walk-in Entry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2F3F5"/>
          </a:solidFill>
          <a:ln/>
        </p:spPr>
      </p:sp>
      <p:pic>
        <p:nvPicPr>
          <p:cNvPr id="4" name="Image 0" descr="/home/claude/lib_ppt/icon_layers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8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 Room Booking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8680" y="2834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Mirrors the exact process already used at Thapar today — simply moved onto the same unified portal, so students don't need to relearn anything.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68680" y="388620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37764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Same booking rules as current system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453128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43434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Same approval / slot structure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502005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9103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One login for seats and rooms both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187452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F2F3F5"/>
          </a:solidFill>
          <a:ln/>
        </p:spPr>
      </p:sp>
      <p:pic>
        <p:nvPicPr>
          <p:cNvPr id="14" name="Image 1" descr="/home/claude/lib_ppt/icon_card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1488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Walk-in (On-the-go) Entry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537960" y="288036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</p:sp>
      <p:sp>
        <p:nvSpPr>
          <p:cNvPr id="17" name="Text 13"/>
          <p:cNvSpPr/>
          <p:nvPr/>
        </p:nvSpPr>
        <p:spPr>
          <a:xfrm>
            <a:off x="65379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99516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Scan RFID at entrance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37960" y="35021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</p:sp>
      <p:sp>
        <p:nvSpPr>
          <p:cNvPr id="20" name="Text 16"/>
          <p:cNvSpPr/>
          <p:nvPr/>
        </p:nvSpPr>
        <p:spPr>
          <a:xfrm>
            <a:off x="6537960" y="3502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995160" y="34564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Already booked? → Confirm seat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537960" y="4123944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</p:sp>
      <p:sp>
        <p:nvSpPr>
          <p:cNvPr id="23" name="Text 19"/>
          <p:cNvSpPr/>
          <p:nvPr/>
        </p:nvSpPr>
        <p:spPr>
          <a:xfrm>
            <a:off x="653796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995160" y="40782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Not booked? → Choose floor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537960" y="4745736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</p:sp>
      <p:sp>
        <p:nvSpPr>
          <p:cNvPr id="26" name="Text 22"/>
          <p:cNvSpPr/>
          <p:nvPr/>
        </p:nvSpPr>
        <p:spPr>
          <a:xfrm>
            <a:off x="6537960" y="47457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995160" y="47000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Pick an available seat → Enter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F953431-6B5D-D31A-5AF6-5372717EB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5CDEFBA-2821-6E49-F5D7-44F8B37E9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— Identity &amp; Access Expansion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2F3F5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2240280"/>
            <a:ext cx="777240" cy="7772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5" name="Image 0" descr="/home/claude/lib_ppt/icon_car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4048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First-Year Digital ID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374904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New students register with their 6-digit application number and get a digital barcode ID — usable until their real RFID card is issued, then it auto-expires.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2F3F5"/>
          </a:solidFill>
          <a:ln/>
        </p:spPr>
      </p:sp>
      <p:sp>
        <p:nvSpPr>
          <p:cNvPr id="9" name="Shape 6"/>
          <p:cNvSpPr/>
          <p:nvPr/>
        </p:nvSpPr>
        <p:spPr>
          <a:xfrm>
            <a:off x="4553712" y="2240280"/>
            <a:ext cx="777240" cy="7772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0" name="Image 1" descr="/home/claude/lib_ppt/icon_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404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Night Pass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26280" y="374904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Any scan after 8 PM is automatically logged as a night entry — no manual tracking, fully auditable.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46720" y="19659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2F3F5"/>
          </a:solidFill>
          <a:ln/>
        </p:spPr>
      </p:sp>
      <p:sp>
        <p:nvSpPr>
          <p:cNvPr id="14" name="Shape 10"/>
          <p:cNvSpPr/>
          <p:nvPr/>
        </p:nvSpPr>
        <p:spPr>
          <a:xfrm>
            <a:off x="8302752" y="2240280"/>
            <a:ext cx="777240" cy="77724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5" name="Image 2" descr="/home/claude/lib_ppt/icon_repea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4048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31546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&amp; Return Flow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75320" y="374904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On exit, student chooses 'returning' or not. Returning starts a 30-min timer — seat is released automatically if they don't come back in time.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9085492-1E81-5C6F-5F62-D7B2DA2F1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B3EB17-8DBB-D5A2-798E-BAAB1F7FFD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 — Resilience &amp;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so the entrance never becomes a bottleneck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2F3F5"/>
          </a:solidFill>
          <a:ln/>
        </p:spPr>
      </p:sp>
      <p:pic>
        <p:nvPicPr>
          <p:cNvPr id="5" name="Image 0" descr="/home/claude/lib_ppt/icon_wifioff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Internet Drops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D5A80"/>
                </a:solidFill>
              </a:rPr>
              <a:t>Hybrid approach — the best of both original ideas: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333756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2278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Prebooking auto-pauses on the portal if the scanner loses connectivity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402336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9136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Walk-in entry continues locally, buffered as events at the kiosk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70916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5994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Buffered events sync back the moment connectivity returns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92024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F2F3F5"/>
          </a:solidFill>
          <a:ln/>
        </p:spPr>
      </p:sp>
      <p:pic>
        <p:nvPicPr>
          <p:cNvPr id="15" name="Image 1" descr="/home/claude/lib_ppt/icon_activity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1945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2240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Queues at the Door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537960" y="333756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4"/>
          <p:cNvSpPr/>
          <p:nvPr/>
        </p:nvSpPr>
        <p:spPr>
          <a:xfrm>
            <a:off x="6812280" y="32278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Entry decision (scan → allow) targets sub-second response time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37960" y="402336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39136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Redis holds seat state in memory; Postgres confirms in the background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537960" y="470916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18"/>
          <p:cNvSpPr/>
          <p:nvPr/>
        </p:nvSpPr>
        <p:spPr>
          <a:xfrm>
            <a:off x="6812280" y="45994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Load-tested for class-change rush hours, not just average traffic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FC7D490-E5E3-FDEB-4E86-B2F94610B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58F5BFB-E874-07E6-A94D-32A6A827C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Same Seat Can Never Be Double-Booked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Same Seat Can Never Be Double-Booked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A441"/>
                </a:solidFill>
              </a:rPr>
              <a:t>Database-level guarantees, not just application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3D5A80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46888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0" descr="/home/claude/lib_ppt/icon_lock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6334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383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Transactional Locking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E0EC"/>
                </a:solidFill>
              </a:rPr>
              <a:t>Every booking runs inside a database transaction with row-level locking on the seat record.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21945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3D5A80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53712" y="246888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3" name="Image 1" descr="/home/claude/lib_ppt/icon_shield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633472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383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Constraint Backstop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397764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E0EC"/>
                </a:solidFill>
              </a:rPr>
              <a:t>A hard uniqueness rule at the database level makes double-booking impossible, even if application code has a bug.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21945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3D5A80">
              <a:alpha val="8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8302752" y="2468880"/>
            <a:ext cx="777240" cy="7772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8" name="Image 2" descr="/home/claude/lib_ppt/icon_repeat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63347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3383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Redis for Speed, Postgres for Truth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75320" y="397764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9E0EC"/>
                </a:solidFill>
              </a:rPr>
              <a:t>Redis gives instant UI feedback on holds; Postgres always has the final, authoritative word.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FECFD68-4577-F1D9-7E65-814147B128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569" y="79933"/>
            <a:ext cx="1737511" cy="176037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624628A-1714-4FA5-7AE6-8202D51939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 — Trust &amp; Institutional Insight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F2F3F5"/>
          </a:solidFill>
          <a:ln/>
        </p:spPr>
      </p:sp>
      <p:pic>
        <p:nvPicPr>
          <p:cNvPr id="4" name="Image 0" descr="/home/claude/lib_ppt/icon_alert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2240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Resolution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68680" y="288036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27432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Every complaint tied to a scan/booking record — no anonymous, unverifiable claims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365760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5204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Rate-limited submissions to prevent spam or coordinated misuse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443484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297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Escalation tiers so admin sees repeat or serious cases first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920240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F2F3F5"/>
          </a:solidFill>
          <a:ln/>
        </p:spPr>
      </p:sp>
      <p:pic>
        <p:nvPicPr>
          <p:cNvPr id="13" name="Image 1" descr="/home/claude/lib_ppt/icon_chart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1945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240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Analytics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537960" y="288036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2"/>
          <p:cNvSpPr/>
          <p:nvPr/>
        </p:nvSpPr>
        <p:spPr>
          <a:xfrm>
            <a:off x="6812280" y="2743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Occupancy heatmaps by floor, hour, and day of week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37960" y="365760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4"/>
          <p:cNvSpPr/>
          <p:nvPr/>
        </p:nvSpPr>
        <p:spPr>
          <a:xfrm>
            <a:off x="6812280" y="3520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No-show and defaulter trends over each semester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37960" y="443484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6"/>
          <p:cNvSpPr/>
          <p:nvPr/>
        </p:nvSpPr>
        <p:spPr>
          <a:xfrm>
            <a:off x="6812280" y="4297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</a:rPr>
              <a:t>Peak-hour prediction to help plan seating capacity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D8FDB10-BB96-74F3-3765-43558AF95E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5733E8-28F1-7722-E74F-844BC9982B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3D5A8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77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This, Stage by Stage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2E0"/>
                </a:solidFill>
              </a:rPr>
              <a:t>Starting with seat booking and GD room booking — the two features students will feel from day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Thapar Library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492FBC-1548-A586-7F9E-83B426261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145" y="79933"/>
            <a:ext cx="1737511" cy="17603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5B76F6-EAB5-A3C6-C02B-213836522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491" y="5017694"/>
            <a:ext cx="1526149" cy="16950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1016</Words>
  <Application>Microsoft Office PowerPoint</Application>
  <PresentationFormat>Widescreen</PresentationFormat>
  <Paragraphs>180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Daksh Kohli</cp:lastModifiedBy>
  <cp:revision>2</cp:revision>
  <dcterms:created xsi:type="dcterms:W3CDTF">2026-07-10T05:45:48Z</dcterms:created>
  <dcterms:modified xsi:type="dcterms:W3CDTF">2026-07-10T06:07:16Z</dcterms:modified>
</cp:coreProperties>
</file>